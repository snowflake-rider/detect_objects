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5d56915b9b4303" /><Relationship Type="http://schemas.openxmlformats.org/officeDocument/2006/relationships/extended-properties" Target="/docProps/app.xml" Id="R767cfcdf23554a2e" /><Relationship Type="http://schemas.openxmlformats.org/officeDocument/2006/relationships/officeDocument" Target="/ppt/presentation.xml" Id="R0c29533c9cb84f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793dd11fa842c5"/>
  </p:sldMasterIdLst>
  <p:notesMasterIdLst>
    <p:notesMasterId xmlns:r="http://schemas.openxmlformats.org/officeDocument/2006/relationships" r:id="R87e1865953214493"/>
  </p:notesMasterIdLst>
  <p:sldIdLst>
    <p:sldId xmlns:r="http://schemas.openxmlformats.org/officeDocument/2006/relationships" id="256" r:id="Raa062820e45a4766"/>
    <p:sldId xmlns:r="http://schemas.openxmlformats.org/officeDocument/2006/relationships" id="257" r:id="Rc744223e1ea34287"/>
    <p:sldId xmlns:r="http://schemas.openxmlformats.org/officeDocument/2006/relationships" id="258" r:id="R841e23deaaaa4fb7"/>
    <p:sldId xmlns:r="http://schemas.openxmlformats.org/officeDocument/2006/relationships" id="259" r:id="Rbb1801b7b0a84258"/>
    <p:sldId xmlns:r="http://schemas.openxmlformats.org/officeDocument/2006/relationships" id="260" r:id="Ref6d9e7577a2412e"/>
    <p:sldId xmlns:r="http://schemas.openxmlformats.org/officeDocument/2006/relationships" id="261" r:id="R853e37d51263414c"/>
    <p:sldId xmlns:r="http://schemas.openxmlformats.org/officeDocument/2006/relationships" id="262" r:id="R26b18119f69e4d46"/>
    <p:sldId xmlns:r="http://schemas.openxmlformats.org/officeDocument/2006/relationships" id="263" r:id="Rd4c4491243154f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cc4d3d41434331" /><Relationship Type="http://schemas.openxmlformats.org/officeDocument/2006/relationships/slideMaster" Target="/ppt/slideMasters/slideMaster1.xml" Id="R05793dd11fa842c5" /><Relationship Type="http://schemas.openxmlformats.org/officeDocument/2006/relationships/notesMaster" Target="/ppt/notesMasters/notesMaster1.xml" Id="R87e1865953214493" /><Relationship Type="http://schemas.openxmlformats.org/officeDocument/2006/relationships/presProps" Target="/ppt/presProps.xml" Id="Rf6df42ad2d8e41db" /><Relationship Type="http://schemas.openxmlformats.org/officeDocument/2006/relationships/tableStyles" Target="/ppt/tableStyles.xml" Id="Rac23324c4ea4440e" /><Relationship Type="http://schemas.openxmlformats.org/officeDocument/2006/relationships/slide" Target="/ppt/slides/slide1.xml" Id="Raa062820e45a4766" /><Relationship Type="http://schemas.openxmlformats.org/officeDocument/2006/relationships/slide" Target="/ppt/slides/slide2.xml" Id="Rc744223e1ea34287" /><Relationship Type="http://schemas.openxmlformats.org/officeDocument/2006/relationships/slide" Target="/ppt/slides/slide3.xml" Id="R841e23deaaaa4fb7" /><Relationship Type="http://schemas.openxmlformats.org/officeDocument/2006/relationships/slide" Target="/ppt/slides/slide4.xml" Id="Rbb1801b7b0a84258" /><Relationship Type="http://schemas.openxmlformats.org/officeDocument/2006/relationships/slide" Target="/ppt/slides/slide5.xml" Id="Ref6d9e7577a2412e" /><Relationship Type="http://schemas.openxmlformats.org/officeDocument/2006/relationships/slide" Target="/ppt/slides/slide6.xml" Id="R853e37d51263414c" /><Relationship Type="http://schemas.openxmlformats.org/officeDocument/2006/relationships/slide" Target="/ppt/slides/slide7.xml" Id="R26b18119f69e4d46" /><Relationship Type="http://schemas.openxmlformats.org/officeDocument/2006/relationships/slide" Target="/ppt/slides/slide8.xml" Id="Rd4c4491243154f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c00a47f02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9d6512beee472b" /><Relationship Type="http://schemas.openxmlformats.org/officeDocument/2006/relationships/notesMaster" Target="/ppt/notesMasters/notesMaster1.xml" Id="Rf662e01294b9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c9e776ab34086" /><Relationship Type="http://schemas.openxmlformats.org/officeDocument/2006/relationships/notesMaster" Target="/ppt/notesMasters/notesMaster1.xml" Id="Ra6ff1ef6e42b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08d7b9037949fa" /><Relationship Type="http://schemas.openxmlformats.org/officeDocument/2006/relationships/notesMaster" Target="/ppt/notesMasters/notesMaster1.xml" Id="R11159927b456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ee1bd2560146d9" /><Relationship Type="http://schemas.openxmlformats.org/officeDocument/2006/relationships/notesMaster" Target="/ppt/notesMasters/notesMaster1.xml" Id="R2fe65e0073f342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7f21e60594a34" /><Relationship Type="http://schemas.openxmlformats.org/officeDocument/2006/relationships/notesMaster" Target="/ppt/notesMasters/notesMaster1.xml" Id="R2236ebabc4d04c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7ff6889894a16" /><Relationship Type="http://schemas.openxmlformats.org/officeDocument/2006/relationships/notesMaster" Target="/ppt/notesMasters/notesMaster1.xml" Id="R317b23f8bb2341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9a1de65af34566" /><Relationship Type="http://schemas.openxmlformats.org/officeDocument/2006/relationships/notesMaster" Target="/ppt/notesMasters/notesMaster1.xml" Id="Rf5d5230ad5ba42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f16b9196604d56" /><Relationship Type="http://schemas.openxmlformats.org/officeDocument/2006/relationships/notesMaster" Target="/ppt/notesMasters/notesMaster1.xml" Id="R8db28274375a4f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architecture summary based on the project files listed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bootstrap/setup.sh</a:t>
            </a:r>
          </a:p>
          <a:p xmlns:a="http://schemas.openxmlformats.org/drawingml/2006/main">
            <a:r>
              <a:t>- src/detect_objects/main.py</a:t>
            </a:r>
          </a:p>
          <a:p xmlns:a="http://schemas.openxmlformats.org/drawingml/2006/main">
            <a:r>
              <a:t>- src/detect_objects/tui/app.py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bootstrap/setup.sh</a:t>
            </a:r>
          </a:p>
          <a:p xmlns:a="http://schemas.openxmlformats.org/drawingml/2006/main">
            <a:r>
              <a:t>- bootstrap/setup.ps1</a:t>
            </a:r>
          </a:p>
          <a:p xmlns:a="http://schemas.openxmlformats.org/drawingml/2006/main">
            <a:r>
              <a:t>- bootstrap/menus/fzf.sh</a:t>
            </a:r>
          </a:p>
          <a:p xmlns:a="http://schemas.openxmlformats.org/drawingml/2006/main">
            <a:r>
              <a:t>- bootstrap/menus/simple.sh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src/detect_objects/tui/app.py</a:t>
            </a:r>
          </a:p>
          <a:p xmlns:a="http://schemas.openxmlformats.org/drawingml/2006/main">
            <a:r>
              <a:t>- src/detect_objects/tui/device_setup_screen.py</a:t>
            </a:r>
          </a:p>
          <a:p xmlns:a="http://schemas.openxmlformats.org/drawingml/2006/main">
            <a:r>
              <a:t>- Visual: real OdiaApp screenshot captured locally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src/detect_objects/device_setup/context.py</a:t>
            </a:r>
          </a:p>
          <a:p xmlns:a="http://schemas.openxmlformats.org/drawingml/2006/main">
            <a:r>
              <a:t>- src/detect_objects/tui/app.py</a:t>
            </a:r>
          </a:p>
          <a:p xmlns:a="http://schemas.openxmlformats.org/drawingml/2006/main">
            <a:r>
              <a:t>- src/detect_objects/launch_mode.py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src/detect_objects/main.py</a:t>
            </a:r>
          </a:p>
          <a:p xmlns:a="http://schemas.openxmlformats.org/drawingml/2006/main">
            <a:r>
              <a:t>- src/detect_objects/runtime.py</a:t>
            </a:r>
          </a:p>
          <a:p xmlns:a="http://schemas.openxmlformats.org/drawingml/2006/main">
            <a:r>
              <a:t>- src/detect_objects/tui/runtime_mode_screen.py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src/detect_objects/desktop/runtime_window.py</a:t>
            </a:r>
          </a:p>
          <a:p xmlns:a="http://schemas.openxmlformats.org/drawingml/2006/main">
            <a:r>
              <a:t>- src/detect_objects/desktop/camera_video.py</a:t>
            </a:r>
          </a:p>
          <a:p xmlns:a="http://schemas.openxmlformats.org/drawingml/2006/main">
            <a:r>
              <a:t>- src/detect_objects/desktop/whisper_stream.py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requirements.txt</a:t>
            </a:r>
          </a:p>
          <a:p xmlns:a="http://schemas.openxmlformats.org/drawingml/2006/main">
            <a:r>
              <a:t>- uv.lock</a:t>
            </a:r>
          </a:p>
          <a:p xmlns:a="http://schemas.openxmlformats.org/drawingml/2006/main">
            <a:r>
              <a:t>- src/detect_objects/desktop/app.py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607ccdc2b49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cb222135d474e" /><Relationship Type="http://schemas.openxmlformats.org/officeDocument/2006/relationships/slideLayout" Target="/ppt/slideLayouts/slideLayout1.xml" Id="Ra27595d3d6dc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595d3d6dc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06bb7f7934bf0" /><Relationship Type="http://schemas.openxmlformats.org/officeDocument/2006/relationships/notesSlide" Target="/ppt/notesSlides/notesSlide1.xml" Id="R6ca3c2064587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c9251c3d94bfd" /><Relationship Type="http://schemas.openxmlformats.org/officeDocument/2006/relationships/notesSlide" Target="/ppt/notesSlides/notesSlide2.xml" Id="R36dd9f2ebb90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6e035d5714c25" /><Relationship Type="http://schemas.openxmlformats.org/officeDocument/2006/relationships/notesSlide" Target="/ppt/notesSlides/notesSlide3.xml" Id="R36fee0e72a2c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e4da62a884779" /><Relationship Type="http://schemas.openxmlformats.org/officeDocument/2006/relationships/image" Target="/ppt/media/image.png" Id="R4e5d8be4430542fa" /><Relationship Type="http://schemas.openxmlformats.org/officeDocument/2006/relationships/notesSlide" Target="/ppt/notesSlides/notesSlide4.xml" Id="R0ba51b3930be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202cd3d24d53" /><Relationship Type="http://schemas.openxmlformats.org/officeDocument/2006/relationships/notesSlide" Target="/ppt/notesSlides/notesSlide5.xml" Id="R97d54108060d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8bb5f782146d3" /><Relationship Type="http://schemas.openxmlformats.org/officeDocument/2006/relationships/notesSlide" Target="/ppt/notesSlides/notesSlide6.xml" Id="Rb87cf4fc827544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aa6a3fe8432c" /><Relationship Type="http://schemas.openxmlformats.org/officeDocument/2006/relationships/notesSlide" Target="/ppt/notesSlides/notesSlide7.xml" Id="R7b3e227f322240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e9481a7b34c82" /><Relationship Type="http://schemas.openxmlformats.org/officeDocument/2006/relationships/notesSlide" Target="/ppt/notesSlides/notesSlide8.xml" Id="Re21e3af0f8384e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507BDA7-0457-4171-AF34-DF6F88A6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실행 흐름이
인터페이스를 바꾼다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B97EB5F-5844-49D7-A435-7728BD4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환경 선택부터 실시간 객체 탐지까지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65F420D-B6A8-46FC-BFF0-D6C40E1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ODIA · INTERFACE FLOW</a:t>
            </a:r>
          </a:p>
        </p:txBody>
      </p:sp>
    </p:spTree>
    <p:extLst>
      <p:ext uri="{BB962C8B-B14F-4D97-AF65-F5344CB8AC3E}">
        <p14:creationId xmlns:p14="http://schemas.microsoft.com/office/powerpoint/2010/main" val="19880575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552A65C-71BE-4461-8E42-0B03553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94E45E1-535B-4AAF-904D-D9198AC8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한 번의 실행이 세 인터페이스를 통과한다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D7548EF-BC23-42A6-BB1F-3CAE35F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8C9D115-0BB4-4E71-9283-F1C9F0E4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B609C06-A62F-43E8-9F01-12C37408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CDA0E13-7C59-4CC6-B667-C2C2914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  BOOTSTRAP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AFEE2D4-B6FA-4AF0-B790-3287E8DF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  SETUP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0656DFC-5269-48B6-9EB4-213A3FD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  RUNTIME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A8B10FE-D347-4D27-A1C1-560DA0F7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Textual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장치 테스트
모델 · 테마 · 실행 모드 선택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E7DB22-91C7-4925-BA98-5579187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fzf + Shell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uv/Conda 선택
환경 준비 · 검증 · odia 실행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D06A522-2A6E-4574-B069-945E6F3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OpenCV / PySide6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음성 명령
실시간 객체 탐지 결과 표시</a:t>
            </a:r>
          </a:p>
        </p:txBody>
      </p:sp>
    </p:spTree>
    <p:extLst>
      <p:ext uri="{BB962C8B-B14F-4D97-AF65-F5344CB8AC3E}">
        <p14:creationId xmlns:p14="http://schemas.microsoft.com/office/powerpoint/2010/main" val="1618041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79EC510-6444-4EF6-8B8D-0EBE2CEF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D278163-5444-4540-B35D-18EDF02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1단계 — fzf는 설치기가 아니라 ‘선택기’다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7189A16-FDFC-43CA-BF95-29A578B9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fzf · optional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macOS·Linux에서 uv 또는 Conda를 고른다.
없으면 프로젝트 로컬 설치를 묻고, 실패하거나 거절하면 기본 셸 메뉴로 전환한다.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2A818A7-C6CD-4EAE-A650-7BAD1E5A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Shell / PowerShell · orchestrator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운영체제와 입력을 확인한다.
선택 → 설치 → 모델 다운로드 → 환경 검증 → odia 실행을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0471524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4F411C2-15E8-4397-955F-93BA45B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8F946E6-1D0B-412D-A6F0-3C38F983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2단계 — Textual 장치 검증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393926C4-8178-402A-BCC5-F1E5A30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d8be4430542fa"/>
          <a:stretch xmlns:a="http://schemas.openxmlformats.org/drawingml/2006/main"/>
        </p:blipFill>
        <p:spPr>
          <a:xfrm xmlns:a="http://schemas.openxmlformats.org/drawingml/2006/main">
            <a:off x="6269069" y="1279845"/>
            <a:ext cx="5539740" cy="3835205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E07C374-B588-4888-80D1-760B0EC5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검증형 설정 마법사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01  오디오 출력
02  마이크 입력
03  카메라 스트림
04  YOLO·Whisper 모델
각 장치를 실제로 테스트한 뒤 다음 단계로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7876077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7E4EAE1-E09A-48FF-B224-9A458EA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FEF2ADB-7CE4-44C6-855B-73EC430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설정 결과는 Context 하나로 런타임에 전달된다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4D1721E-D8EC-4C24-8F63-0F01C9E2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장치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Camera
Mic · Audio Output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26067D6-BC70-4F38-9B22-544559D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모델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YOLO-World
Whisper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0045A37-62C7-4B2E-823E-B64B5857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표현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Textual theme
공통 UI 선택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53F23D0-C81E-4D01-9AC9-396A92A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Classic · Stable
Desktop · Preview</a:t>
            </a:r>
          </a:p>
        </p:txBody>
      </p:sp>
    </p:spTree>
    <p:extLst>
      <p:ext uri="{BB962C8B-B14F-4D97-AF65-F5344CB8AC3E}">
        <p14:creationId xmlns:p14="http://schemas.microsoft.com/office/powerpoint/2010/main" val="9749097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0CA6C7D-7A05-4B1B-AD87-4D1133D3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FE16A8F-ABA2-4C60-9681-7CF8D581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3단계 — 같은 Context가 두 런타임으로 갈라진다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919452A8-8446-458E-B0E6-4B94354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D323330-B4A1-481D-BD56-FFFC2067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Classic · Stable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1133C38-A8AB-438F-9CDC-F949EE4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터미널 상태 출력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OpenCV 네이티브 영상 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Voice thread → Queue → YOLO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827DCD9-2F93-4DA7-8EF9-86FF7DF4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8663B81-EF90-437E-9CCD-8743C22D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Desktop · Preview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1C2F4BF-2826-4F01-916A-9F4E03FD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PySide6 통합 대시보드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QThread + Qt Signal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음성·키보드 명령 공통 처리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E6A299C-F37C-493A-9BCB-1C615EF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선택 기준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Classic은 검증된 영상 루프를 유지하고, Desktop은 분산된 상태와 제어를 한 창에 통합한다.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006453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1D70D61-C9C8-450F-B259-84D47259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B8325F6-432E-4B38-AD09-BCFDE98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PySide6는 영상·상태·명령을 하나의 창으로 합친다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152150A-5B05-4ED9-B219-F21CA17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6AEED3E-66B7-445F-8EE8-F3FEA458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B315AE6-657C-4277-A86B-1F1F444B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C2BBE1AC-EE93-41C9-ABD8-8761BD38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7A41E6A-2410-48F7-A69B-F85BCFC9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CameraVideoStream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QThread에서 카메라와 YOLO를 실행한다.
frame_ready와 detections_ready Signal을 보낸다.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138B1B1-58D8-435F-AEFF-C0DD4BC5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EF7B3F0E-B0CA-4953-8402-584E8C7D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RuntimeWindow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카메라·YOLO·Whisper 상태, 영상, 탐지 결과, 명령 입력을 배치한다.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165E0084-83AE-47EC-BE5A-204268DE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3B7704C-9FEE-44E4-9EBF-72BEE2CF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WhisperStream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QThread에서 음성을 인식한다.
transcript_ready Signal을 같은 명령 파서로 보낸다.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7495A2E-4D0A-4774-941B-AEABE395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DASHBOARD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C9CE0C2-7221-4D2B-A42A-2176D44F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VIDEO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6F8F52D2-F64B-45FC-8581-E5C78927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VOICE</a:t>
            </a:r>
          </a:p>
        </p:txBody>
      </p:sp>
    </p:spTree>
    <p:extLst>
      <p:ext uri="{BB962C8B-B14F-4D97-AF65-F5344CB8AC3E}">
        <p14:creationId xmlns:p14="http://schemas.microsoft.com/office/powerpoint/2010/main" val="772427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B2757A-3897-4E57-B213-62B4299F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55F914-9BC3-4F6B-8868-477EC315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패키지 선언이 인터페이스 흐름과 맞춰져 있다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5650E06-4F67-44CB-AE5A-C906D7C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B0E2F8-4498-416A-82EE-FCF6311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Textual · 선언됨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공통 진입점
장치·모델 검증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9D5A1F67-210F-4B09-A24A-552823BD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DEA6BC0-11EE-430A-BD51-522A877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fzf · 선택적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macOS·Linux
uv·Conda 선택 메뉴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D2598BC3-A85F-4074-BA2A-ABA3BE95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2E59EB3C-390E-4080-A791-3070DCA8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PySide6 · 선언됨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Desktop Preview
6.11.1 · 환경 검증 포함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108E228D-D157-4C35-A2DA-E2FA606D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028BFE9-250E-4B85-8799-A407978B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OpenCV · 선언됨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Classic 영상
카메라 테스트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2699F1F-5098-431F-A323-58EA5F5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현재 패키지 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Apple SD Gothic Neo"/>
                <a:ea typeface="Apple SD Gothic Neo"/>
                <a:cs typeface="Apple SD Gothic Neo"/>
              </a:rPr>
              <a:t>Textual·OpenCV·PySide6가 두 설치 경로에서 같은 실행 인터페이스를 준비하도록 선언·잠금·검증된다.</a:t>
            </a:r>
          </a:p>
        </p:txBody>
      </p:sp>
    </p:spTree>
    <p:extLst>
      <p:ext uri="{BB962C8B-B14F-4D97-AF65-F5344CB8AC3E}">
        <p14:creationId xmlns:p14="http://schemas.microsoft.com/office/powerpoint/2010/main" val="1712986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2026-08-02T23:48:43.7850000Z</dcterms:created>
  <dcterms:modified xsi:type="dcterms:W3CDTF">2026-08-02T23:48:43.7850000Z</dcterms:modified>
</coreProperties>
</file>